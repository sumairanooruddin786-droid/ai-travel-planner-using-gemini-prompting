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61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B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6A4D"/>
                </a:solidFill>
              </a:rPr>
              <a:t>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WAYFARER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A4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 Travel Planner Using Gemini Prompting Techniques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E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Zero-Shot, Few-Shot, and Structured Reasoning prompting on the same trip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 smtClean="0">
                <a:solidFill>
                  <a:srgbClr val="93A0B5"/>
                </a:solidFill>
                <a:latin typeface="Inter" pitchFamily="34" charset="0"/>
                <a:ea typeface="Inter" pitchFamily="34" charset="-122"/>
              </a:rPr>
              <a:t>Sumaira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Data Science — SMIT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Assignment: Prompt Engineering — AI Travel Planner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trip, three prompting strategies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AI Travel Planner on the Google Gemini API that turns a traveler's preferences into a day-by-day itinerary — then hold the trip constant and vary only the prompting technique, to see how Zero-Shot, Few-Shot, and Structured Reasoning change the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54864" cy="9144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438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preferences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Interests, budget, days, and travel style all shape the plan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2606040"/>
            <a:ext cx="54864" cy="9144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 places to visit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971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Attractions matched to the traveler's interests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0" y="3657600"/>
            <a:ext cx="54864" cy="9144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Day-by-day itinerary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/ afternoon / evening structure, every 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4709160"/>
            <a:ext cx="54864" cy="9144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within budget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5074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recommendation respects the stated total budget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the traveler tells us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4023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Example value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Dubai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Number of days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Budget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Interests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Food, Beaches, Shopping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Travel style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Family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7665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Six fields drive the entire experience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1945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six-field form feeds all three prompting techniques, so the comparison in this deck is apples-to-apples: identical trip, three different prompts.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3566160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 supported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40233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Adventure · Food · Nature · Shopping · History · Beaches · Nightlife · Art &amp; Culture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Full-stack, Python + web</a:t>
            </a:r>
            <a:endParaRPr lang="en-US" sz="3000" dirty="0"/>
          </a:p>
        </p:txBody>
      </p:sp>
      <p:pic>
        <p:nvPicPr>
          <p:cNvPr id="4" name="Image 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0515600" cy="4416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1B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B5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Zero-Shot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Prompting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E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examples. Gemini gets a direct instruction and the raw trip details, and has to invent its own structure.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skeleton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7040880" cy="3246120"/>
          </a:xfrm>
          <a:prstGeom prst="roundRect">
            <a:avLst>
              <a:gd name="adj" fmla="val 2254"/>
            </a:avLst>
          </a:prstGeom>
          <a:solidFill>
            <a:srgbClr val="1B29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6492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Without referring to any prior examples, analyze the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traveler's preferences below, suggest suitable places to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visit, create a day-by-day itinerary, and recommend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 that fit within the stated budget.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Traveler: Alex | Dubai | 4 days | $800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Interests: Food, Beaches, Shopping | Style: Family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526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4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observed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9377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Cheapest and fastest — the shortest prompt of the three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format varies more between runs; nothing anchors the structure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fit for quick, low-stakes drafts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FA6A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Few-Shot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Prompting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worked example travelers, each with a full sample itinerary, come before the real request — so Gemini has a pattern to follow.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travelers in the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Bangkok · 3 days · $450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472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Food, Shopping · Solo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Ahmed Family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Istanbul · 5 days · $1,500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5694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History, Food · Family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337560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776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Costa Rica · 6 days · $1,200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666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Adventure, Nature · Friends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26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4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observed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9377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consistent output format of the three techniques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Longest, most expensive prompt — 3 full examples add tokens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when matching a specific house style matters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14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A08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Structured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Reasoning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DE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6-step checklist guides Gemini internally. It is told not to reveal that reasoning — only to return the plan with a short justification per day.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6-step internal checklist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097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the traveler's preferences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36192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5179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the available budget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956816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9385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the number of travel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3591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suitable attractions and activities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798064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77977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day-by-day itinerary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218688"/>
            <a:ext cx="310896" cy="310896"/>
          </a:xfrm>
          <a:prstGeom prst="ellipse">
            <a:avLst/>
          </a:prstGeom>
          <a:solidFill>
            <a:srgbClr val="E14F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Justify each day's main pick in one sentence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1148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 NOT show your internal reasoning, step numbers, or working" — only a short "Why:" line per day.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709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4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observed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1206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Visible, concise justification per day — no wall of reasoning text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directly grounded in budget and day-count limits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Same trip, three outcomes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Zero-Shot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Few-Shot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Structured Reasoning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Examples given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travelers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— 6-step checklist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 consistency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Justification depth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Rarely explains why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Echoes example style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 "why" per day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cost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Lowest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Highest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0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for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Quick drafts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Matching a house style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B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Transparent, justified picks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form, boarding-pass results</a:t>
            </a:r>
            <a:endParaRPr lang="en-US" sz="3000" dirty="0"/>
          </a:p>
        </p:txBody>
      </p:sp>
      <p:pic>
        <p:nvPicPr>
          <p:cNvPr id="4" name="Image 0" descr="ui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417320"/>
            <a:ext cx="7955280" cy="49322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SPEC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B2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Bonus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Compare-all mode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same trip through all 3 techniques in one click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prompt used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58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card can reveal the exact prompt sent to Gemini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/ export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258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boarding-pass card has a dedicated print stylesheet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 history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50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trips shown as a strip below the results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validation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50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chips + backend Pydantic constraints on every field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5F6F3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API design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950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documented REST routes, ready for grading or extension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Prompt design alone changes what a model delivers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E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is the simplest, cheapest baseline. Few-Shot trades prompt length for format consistency. Structured Reasoning gives the best balance for this use case — itineraries that stay grounded in the traveler's budget and day count, with a short justification for every day's main pick.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5486400" cy="0"/>
          </a:xfrm>
          <a:prstGeom prst="line">
            <a:avLst/>
          </a:prstGeom>
          <a:noFill/>
          <a:ln w="12700">
            <a:solidFill>
              <a:srgbClr val="3345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4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93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Sumaira  </a:t>
            </a:r>
            <a:r>
              <a:rPr lang="en-US" sz="1300" dirty="0">
                <a:solidFill>
                  <a:srgbClr val="93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AI &amp; Data Science — SMIT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Travel Planner — Gemini Prompting Techniques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PresentationFormat>Widescreen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Fraunces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Moorche</cp:lastModifiedBy>
  <cp:revision>3</cp:revision>
  <dcterms:created xsi:type="dcterms:W3CDTF">2026-09-13T15:21:57Z</dcterms:created>
  <dcterms:modified xsi:type="dcterms:W3CDTF">2026-09-13T15:32:42Z</dcterms:modified>
</cp:coreProperties>
</file>